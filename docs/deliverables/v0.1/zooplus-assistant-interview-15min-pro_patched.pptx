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7" r:id="rId19"/>
    <p:sldId id="268" r:id="rId2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30s: PoC scope from Coding Task.docx — five functional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Explain FR acronym once. Point to docx sections 1-5. Then walk FR1 on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60s: Show Swagger /docs (screenshot). Expand POST /chat. Run docx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min: Map each bullet to Coding Task §2 and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90s: Walk diagram. Default-deny before Chroma.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90s: Name each agent and allowed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demo — tie steps to intent lanes (agentic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min: FR5 + README four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Tie to FR4 and evaluation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Managed Chroma/Pinecone + Cloud Run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 + Q&amp;A. Emphasize same API contract for voice and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62272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rial"/>
              </a:defRPr>
            </a:pPr>
            <a:r>
              <a:t>zooplus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0">
                <a:solidFill>
                  <a:srgbClr val="BFDBFE"/>
                </a:solidFill>
                <a:latin typeface="Arial"/>
              </a:defRPr>
            </a:pPr>
            <a: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2024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Senior AI Engineer take-home</a:t>
            </a:r>
          </a:p>
          <a:p>
            <a:pPr>
              <a:spcAft>
                <a:spcPts val="600"/>
              </a:spcAft>
              <a:defRPr sz="1900" b="0">
                <a:solidFill>
                  <a:srgbClr val="334155"/>
                </a:solidFill>
                <a:latin typeface="Arial"/>
              </a:defRPr>
            </a:pPr>
            <a:r>
              <a:t>15-minute walkthrough · see slide 2 for FR1–FR5</a:t>
            </a:r>
          </a:p>
          <a:p>
            <a:pPr>
              <a:spcAft>
                <a:spcPts val="600"/>
              </a:spcAft>
              <a:defRPr sz="1900" b="0">
                <a:solidFill>
                  <a:srgbClr val="0F172A"/>
                </a:solidFill>
                <a:latin typeface="Arial"/>
              </a:defRPr>
            </a:pPr>
            <a:r>
              <a:t>peluzzza/PoCAssistantZooplus · releases · v0.1.0</a:t>
            </a:r>
          </a:p>
          <a:p>
            <a:pPr>
              <a:spcAft>
                <a:spcPts val="600"/>
              </a:spcAft>
              <a:defRPr sz="1900" b="0">
                <a:solidFill>
                  <a:srgbClr val="1E3A8A"/>
                </a:solidFill>
                <a:latin typeface="Arial"/>
              </a:defRPr>
            </a:pPr>
            <a:r>
              <a:t>Async RAG · agentic lanes · catalog-only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Coding Task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 = Functional Requirement from Coding Task.docx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§1–§5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07007"/>
            <a:ext cx="672998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298448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FR1 — Functional Requirement 1: Async FastAPI POST /chat (site_id + query)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FR2 — Functional Requirement 2: answer + retrieved_products (grounded)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FR3 — Functional Requirement 3: RAG only from product_catalog_dataset.json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FR4 — Functional Requirement 4: pet products only; off-topic decline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FR5 — Functional Requirement 5: production-oriented repo + README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Plus: agentic architecture (slides 5–6) — evaluation story, not an FR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6" y="1362456"/>
            <a:ext cx="427024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0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160520" cy="28592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API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FR1 — Functional Requirement 1: async FastAPI + POST /chat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4892040" cy="507492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389888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FR1 — Async FastAPI · POST /chat { site_id, query }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async def chat() → await handle_chat()  (routes/chat.py)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Orchestrator async; Chroma/intent via asyncio.to_thread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Deploy: uvicorn ASGI  ·  Test B1: iscoroutinefunction(chat)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310128"/>
            <a:ext cx="4617720" cy="1234440"/>
          </a:xfrm>
          <a:prstGeom prst="rect">
            <a:avLst/>
          </a:prstGeom>
          <a:solidFill>
            <a:srgbClr val="E0F2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56432"/>
            <a:ext cx="4343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  "site_id": 3,</a:t>
            </a:r>
          </a:p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  "query": "What's the best dry food for a puppy with a sensitive stomach?"</a:t>
            </a:r>
          </a:p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261872"/>
            <a:ext cx="5230368" cy="5074920"/>
          </a:xfrm>
          <a:prstGeom prst="roundRect">
            <a:avLst/>
          </a:prstGeom>
          <a:solidFill>
            <a:srgbClr val="FFFFFF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ot-H-swagger-open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325880"/>
            <a:ext cx="5102352" cy="28803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SwaggerCTA"/>
          <p:cNvSpPr txBox="1"/>
          <p:nvPr/>
        </p:nvSpPr>
        <p:spPr>
          <a:xfrm>
            <a:off x="713232" y="4709160"/>
            <a:ext cx="4617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Live proof: /docs — Try it out with the mandatory brief query above</a:t>
            </a:r>
          </a:p>
        </p:txBody>
      </p:sp>
      <p:sp>
        <p:nvSpPr>
          <p:cNvPr id="24" name="Panel AsyncEvidenceV2"/>
          <p:cNvSpPr/>
          <p:nvPr/>
        </p:nvSpPr>
        <p:spPr>
          <a:xfrm>
            <a:off x="6053328" y="4315968"/>
            <a:ext cx="5102352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AsyncEvidenceV2"/>
          <p:cNvSpPr txBox="1"/>
          <p:nvPr/>
        </p:nvSpPr>
        <p:spPr>
          <a:xfrm>
            <a:off x="6163056" y="4407408"/>
            <a:ext cx="48920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Async evidence (source) — B1 PASS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@router.post("/chat")</a:t>
            </a:r>
            <a:br/>
            <a:r>
              <a:t>async def chat(body: ChatRequest):</a:t>
            </a:r>
            <a:br/>
            <a:r>
              <a:t>    return await handle_chat(body)</a:t>
            </a:r>
            <a:br/>
            <a:br/>
            <a:r>
              <a:t># B1  tests/acceptance/test_coding_task_brief.py</a:t>
            </a:r>
            <a:br/>
            <a:r>
              <a:t>assert inspect.iscoroutinefunction(chat)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Response &amp;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FR2 (§2 response) + FR3 (§3 catalog-only RAG)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FR2·FR3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22122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074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A2540"/>
                </a:solidFill>
                <a:latin typeface="Arial"/>
              </a:defRPr>
            </a:pPr>
            <a:r>
              <a:t>FR2 = Structured response: answer + retrieved_products[]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answer must be conversational and grounded in hits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each product: article_id, names, price, pet_type, brands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FR3 = Knowledge ONLY from product_catalog_dataset.json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ingest → Chroma → hybrid retrieve → synthesize · no web/APIs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300 variants · shops 1/3/15 · max 4 SKUs per 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4-ra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307592"/>
            <a:ext cx="5577840" cy="378718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Why hybrid retrieval?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1323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BFDBFE"/>
                </a:solidFill>
                <a:latin typeface="Arial"/>
              </a:defRPr>
            </a:pPr>
            <a:r>
              <a:t>Chroma vectors + BM25 lexical + business rerank — not vector-only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92608"/>
            <a:ext cx="16002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347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RAG · Hybrid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— Coding Task PoC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1261872"/>
            <a:ext cx="10972800" cy="4983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51206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Problem we saw in the catalog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Vector search alone misses exact tokens (brands, SKUs, “grain-free”).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Pure keyword search misses intent (“puppy sensitive stomach”).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Why this hybrid design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Chroma: semantic candidates from embedded product text (local, no API key).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BM25 on the same candidate pool: lexical match without a second DB.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Fuse 50% vector + 35% BM25 + 15% rating/sales/stock.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PoC trade-off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Zero extra infra vs hosted vector DB; A/B via ZOOPLUS_RETRIEVAL_MODE=vector.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417320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Query path (hybrid default)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1. Hard filter site_id in Chroma metadata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2. Pull ≥24 vector candidates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3. Score BM25 on candidate documents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4. Rerank → top 4 for API + UI cards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When vector-only is enough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Short brand lookups or regression tests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Hybrid wins on natural-language shopper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RAG strategy — end to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1323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BFDBFE"/>
                </a:solidFill>
                <a:latin typeface="Arial"/>
              </a:defRPr>
            </a:pPr>
            <a:r>
              <a:t>Ingest → retrieve → ground → synthesize (catalog-only, site-scoped)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92608"/>
            <a:ext cx="16002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347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FR3 ·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— Coding Task PoC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1261872"/>
            <a:ext cx="10972800" cy="4983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53492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Grounding &amp; answer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retrieved_products[] from same site_id hits only.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Off-topic → empty list + polite decline (FR4).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Synthesis: per-agent OpenCode LLM — never invent SKUs.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Stream: /chat/stream → status* → products → done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UI: one transient status bubble (agent shopper_status).</a:t>
            </a:r>
          </a:p>
          <a:p>
            <a:pPr>
              <a:spcAft>
                <a:spcPts val="5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Production path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routing_lexicon.json at ingest; optional Redis mirror.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Managed vector DB + scheduled re-ingest (roadmap P1).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Grounding &amp; answer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retrieved_products[] from same site_id hits only.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Off-topic → empty list + polite decline (FR4).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Synthesis: per-agent OpenCode LLM — never invent SKUs.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Stream: /chat/stream → status → products → done.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UI: one transient status bubble (agent shopper_status).</a:t>
            </a:r>
          </a:p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Production path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routing_lexicon.json at ingest; optional Redis mirror.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Managed vector DB + scheduled re-ingest (roadmap P1).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Agentic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12978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Agentic routing (v0.1.3)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Conductor-first: classify TOPIC before catalog search.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Social greeting → social agent only (no Chroma).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Catalog lane → prefetch → process → synthesis.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Catalog lexicon in prompt (brands/tokens from ingest).</a:t>
            </a:r>
          </a:p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Latency &amp; cache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TTL cache: intent · chat · retrieval.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Optional Redis: shared cache + lexicon.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Fast social: hola que tal in seconds, not 30s+.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3-intent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307592"/>
            <a:ext cx="5577840" cy="38333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03834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OpenCode specialists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conductor → lane + shopper_status (JSON).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social-agent → multilingual social / decline.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intent-agent → fallback cascade.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rag + logic workers → hybrid retrieve, cap 4.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synthesis → grounded prose from hits only.</a:t>
            </a:r>
          </a:p>
          <a:p>
            <a:pPr>
              <a:spcAft>
                <a:spcPts val="4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Per-agent LLMs (opencode.json)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Conductor / social: mimo-v2.5-free.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Intent / RAG: deepseek-v4-flash.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Logic: qwen3.6-plus · Topic-guard: minimax-m2.5.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Synthesis: deepseek-v4-flash-free.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UI badge shows real model from response meta.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5-agents-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307592"/>
            <a:ext cx="5577840" cy="405369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31266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FR4 guardrails + live demo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Pet catalog only · default-deny off-topic.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constraints.yaml + agentic intent + social decline.</a:t>
            </a:r>
          </a:p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Demo (http://127.0.0.1:8090/ui/)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A: hola que tal → fast social (no RAG).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B: cat food 40–60 EUR → stream status → products.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C: weather / news → polite decline.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Pick shop 1, 3, or 15 before sending.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ot-G-guardrails-multil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07592"/>
            <a:ext cx="5577840" cy="61115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Production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FR5 — Functional Requirement 5: Production design (Coding Task §5)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54126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FR5 = Production-oriented PoC: cli/ · src/ · tests/ · Docker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README submission: Design · Setup · Trade-offs · Roadmap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OpenCode agents internal — not in shopper API contract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Verify: scripts/run_release_verify.ps1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10-project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07592"/>
            <a:ext cx="5577840" cy="419678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Roadmap — trust &amp;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Phase 1 · P0 — security and better filters (items 2–3)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35838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Why first: FR4 guardrails must survive prompt injection and policy drift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Constraints v2: versioned YAML + injection scanner + security CI gate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Intent facets: pet_type, price band, category in JSON → deterministic RAG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Fixes real gaps (e.g. wrong species in results) before more traffic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Detail: docs/FUTURE_IMPROVEMENTS.md §2–§3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6-quality-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307592"/>
            <a:ext cx="5577840" cy="388721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Roadmap — scale &amp; fresh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Phase 2 · P1 — operations (items 8–9–4–5)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22122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074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A2540"/>
                </a:solidFill>
                <a:latin typeface="Arial"/>
              </a:defRPr>
            </a:pPr>
            <a:r>
              <a:t>Why: stale vectors = wrong prices; single node cannot serve many users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RAG re-ingest: scheduled catalog sync → blue/green vector index swap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Concurrency: stateless API replicas · queue for process lane · rate limits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LLM: HTTP provider in workers (OpenCode stays for local dev/demo)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MCP server for external agents · ACP bus for internal agent choreography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7-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07592"/>
            <a:ext cx="5577840" cy="361526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Roadmap — product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Phase 3 · P2–P3 — after core is stable (items 7–1–6)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26694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A2540"/>
                </a:solidFill>
                <a:latin typeface="Arial"/>
              </a:defRPr>
            </a:pPr>
            <a:r>
              <a:t>Image search: user photo → vision embedding → catalog-only RAG (no web)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Promo slots on /chat/stream while long RAG runs (feature-flagged ads)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Voice: STT/TTS wrapper — same POST /chat contract, new UI channel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Priority order: 2→3→8→9→4→5→7→1→6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Q&amp;A — full doc: docs/FUTURE_IMPROVEMENTS.md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1-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07592"/>
            <a:ext cx="5577840" cy="405369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