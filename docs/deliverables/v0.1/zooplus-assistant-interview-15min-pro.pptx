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API (Coding Task §1)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FR1 = Functional Requirement 1 from the take-home brief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Async Python FastAPI · POST /chat (site_id + query required)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OpenAPI / Swagger UI: http://127.0.0.1:8090/docs — live contract + Try it out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Implementation: src/api/routes/chat.py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364992"/>
            <a:ext cx="5394960" cy="123444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474720"/>
            <a:ext cx="5138928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"site_id": 3,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307592"/>
            <a:ext cx="5577840" cy="552206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How each request is routed — one shopper API, dual 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983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Not an FR number — how we deliver agentic RAG (evaluation focus)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Shopper always sees ONE assistant; POST /chat contract unchanged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Orchestrator (src/lanes/orchestrator.py) on every turn: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1) Intent agent → lane: catalog | conversational | decline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2a) Social lane → social agent → answer, products=[]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2b) Process lane → RAG + logic (≤4) → synthesis → answer +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Runtime: OpenCode subprocesses (.opencode/agents/*.md)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zooplus-intent-agent → lane + topic + reason (JSON); blocks off-topic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zooplus-social-agent → greeting, help, decline; never invents catalog SKUs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zooplus-rag-worker → retrieval by site_id · logic-worker → rank, cap 4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zooplus-synthesis → prose grounded ONLY in retrieved hits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zooplus-conductor → cascade fallback (src/agents/registry.py)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Handoff brief: intent context → social / synthesis (handoff.py)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FR4 = Guardrails: pet-product questions 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Off-topic → polite decline · retrieved_products=[]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Policy: constraints.yaml + intent default-deny + social agent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Demo: hello · cats · site 15 · humans · puppy docx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