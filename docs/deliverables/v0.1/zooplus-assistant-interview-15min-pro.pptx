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Stream: /chat/stream → status → products → done.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Agentic routing (v0.1.3)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Conductor-first: classify TOPIC before catalog search.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greeting → social agent only (no Chroma).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lane → prefetch → process → synthesis.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lexicon in prompt (brands/tokens from ingest).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Latency &amp; cache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TTL cache: intent · chat · retrieval.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Optional Redis: shared cache + lexicon.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Fast social: hola que tal in seconds, not 30s+.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conductor → lane + shopper_status (JSON).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multilingual social / decline.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intent-agent → fallback cascade.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workers → hybrid retrieve, cap 4.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synthesis → grounded prose from hits only.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Per-agent LLMs (opencode.json)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Conductor / social: mimo-v2.5-free.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RAG: deepseek-v4-flash.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Logic: qwen3.6-plus · Topic-guard: minimax-m2.5.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Synthesis: deepseek-v4-flash-free.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UI badge shows real model from response meta.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constraints.yaml + agentic intent + social decline.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(http://127.0.0.1:8090/ui/)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hola que tal → fast social (no RAG).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cat food 40–60 EUR → stream status → products.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weather / news → polite decline.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Pick shop 1, 3, or 15 before sending.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