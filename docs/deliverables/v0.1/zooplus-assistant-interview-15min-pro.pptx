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retrieved_products[] always from same site_id hits.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Synthesis: OpenCode agents or template — never invent SKUs.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Stream: /chat/stream emits topic → products → answer chunks.</a:t>
            </a:r>
          </a:p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Swap Chroma for managed vector DB; keep hybrid fusion logic.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Scheduled re-ingest when catalog JSON changes (roadmap P1).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Agentic routing (v0.1.3)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Shopper: ONE assistant · POST /chat contract unchanged.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Conductor-first: classify TOPIC before catalog search.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Social/greeting → social agent only (no Chroma).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Catalog lane → prefetch search → process → synthesis.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Any language: agent + catalog lexicon in prompt.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983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Latency &amp; pre-index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TTL cache: intent · chat · retrieval (600s).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Optional Redis: shared cache + lexicon (scale-out).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Lexicon: brands/tokens from indexed JSON at ingest.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No hardcoded perro/gato — catalog-derived signals only.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Fast social path: hola que tal ≈ seconds, not 30s+.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OpenCode specialists (.opencode/agents/*.md)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zooplus-conductor → lane + shopper_status (JSON).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zooplus-social-agent → multilingual social/decline.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zooplus-intent-agent → fallback cascade.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rag-worker + logic-worker → hybrid retrieve, cap 4.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zooplus-synthesis → grounded prose from hits only.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892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Per-agent LLMs (official OpenCode config)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Conductor / social: mimo-v2.5-free (fast).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Intent / RAG: deepseek-v4-flash.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Logic: qwen3.6-plus · Topic-guard: minimax-m2.5.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deepseek-v4-flash-free.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 badge shows real model from response meta.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constraints.yaml + agentic intent + social decline.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Demo A: hola que tal → fast social (no RAG).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Demo B: cat food 40–60 € → stream status → products.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Demo C: off-topic weather → polite decline.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http://127.0.0.1:8090/ui/ · shops 1 / 3 /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FR4 = Guardrails: pet-product questions only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Off-topic → polite decline · retrieved_products=[]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Policy: constraints.yaml + intent default-deny + social agent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Demo: hello · cats · site 15 · humans · puppy docx 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