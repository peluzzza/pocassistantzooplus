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 — conductor playbook (internal)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conductor_playbook.md — species, templates, forbidden phrases.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Fast lane probe: social vs catalog — no rigid catalog ack on hola.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Auto-learn: conductor appends repeats to playbook (shopper never sees).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lane: instant contextual ack + parallel RAG (ES/EN/DE/FR).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natural bubble (social-agent only).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protocol ack from query (species, price, lang).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Anti-repeat + dedupe final answer vs live chunks.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agentic core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Intent before Chroma · catalog lexicon from ingest.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ZOOPLUS_STREAM_MODE=conductor (timed = v1.4 fallback).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greetings ≠ catalog templates.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Per-agent LLMs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Reply language: query → Accept-Language → shop locale.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ES · EN · DE · FR supported on stream ack + synthesis.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hola que tal → ONE social reply (no catalog chunk).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hamsters/tortugas/perros 50€ → scoped ack + progress + products.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hello / bonjour — same language as shopper.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