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7" r:id="rId19"/>
    <p:sldId id="268" r:id="rId2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30s: PoC scope from Coding Task.docx — five functional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Explain FR acronym once. Point to docx sections 1-5. Then walk FR1 on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60s: Show Swagger /docs (screenshot). Expand POST /chat. Run docx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min: Map each bullet to Coding Task §2 and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Walk diagram. Default-deny before Chroma.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Name each agent and allowed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min demo — tie steps to intent lanes (agentic slides).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1.5 min: FR5 + README four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Tie to FR4 and evaluation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Managed Chroma/Pinecone + Cloud Run mental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 + Q&amp;A. Emphasize same API contract for voice and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462272" y="0"/>
            <a:ext cx="128016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FFFF"/>
                </a:solidFill>
                <a:latin typeface="Arial"/>
              </a:defRPr>
            </a:pPr>
            <a:r>
              <a:t>zooplus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0">
                <a:solidFill>
                  <a:srgbClr val="BFDBFE"/>
                </a:solidFill>
                <a:latin typeface="Arial"/>
              </a:defRPr>
            </a:pPr>
            <a:r>
              <a:t>Assistant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920240"/>
            <a:ext cx="6858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F172A"/>
                </a:solidFill>
                <a:latin typeface="Arial"/>
              </a:defRPr>
            </a:pPr>
            <a:r>
              <a:t>Senior AI Engineer take-home</a:t>
            </a:r>
          </a:p>
          <a:p>
            <a:pPr>
              <a:spcAft>
                <a:spcPts val="600"/>
              </a:spcAft>
              <a:defRPr sz="1900" b="0">
                <a:solidFill>
                  <a:srgbClr val="334155"/>
                </a:solidFill>
                <a:latin typeface="Arial"/>
              </a:defRPr>
            </a:pPr>
            <a:r>
              <a:t>15-minute walkthrough · see slide 2 for FR1–FR5</a:t>
            </a:r>
          </a:p>
          <a:p>
            <a:pPr>
              <a:spcAft>
                <a:spcPts val="600"/>
              </a:spcAft>
              <a:defRPr sz="1900" b="0">
                <a:solidFill>
                  <a:srgbClr val="0F172A"/>
                </a:solidFill>
                <a:latin typeface="Arial"/>
              </a:defRPr>
            </a:pPr>
            <a:r>
              <a:t>peluzzza/PoCAssistantZooplus · releases · v0.1.0</a:t>
            </a:r>
          </a:p>
          <a:p>
            <a:pPr>
              <a:spcAft>
                <a:spcPts val="600"/>
              </a:spcAft>
              <a:defRPr sz="1900" b="0">
                <a:solidFill>
                  <a:srgbClr val="1E3A8A"/>
                </a:solidFill>
                <a:latin typeface="Arial"/>
              </a:defRPr>
            </a:pPr>
            <a:r>
              <a:t>Async RAG · agentic lanes · catalog-only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Coding Task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 = Functional Requirement from Coding Task.docx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§1–§5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07007"/>
            <a:ext cx="67299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298448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FR1 — Functional Requirement 1: Async FastAPI POST /chat (site_id + query)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FR2 — Functional Requirement 2: answer + retrieved_products (grounded)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FR3 — Functional Requirement 3: RAG only from product_catalog_dataset.json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FR4 — Functional Requirement 4: pet products only; off-topic decline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FR5 — Functional Requirement 5: production-oriented repo + README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Plus: agentic architecture (slides 5–6) — evaluation story, not an FR number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0376" y="1362456"/>
            <a:ext cx="427024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0-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417320"/>
            <a:ext cx="4160520" cy="2859287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API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FR1 — Functional Requirement 1: async FastAPI + POST /chat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4892040" cy="5074920"/>
          </a:xfrm>
          <a:prstGeom prst="rect">
            <a:avLst/>
          </a:prstGeom>
          <a:solidFill>
            <a:srgbClr val="F8FAF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389888"/>
            <a:ext cx="46177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FR1 — Async FastAPI · POST /chat { site_id, query }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async def chat() → await handle_chat()  (routes/chat.py)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Orchestrator async; Chroma/intent via asyncio.to_thread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Deploy: uvicorn ASGI  ·  Test B1: iscoroutinefunction(chat)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3310128"/>
            <a:ext cx="4617720" cy="1234440"/>
          </a:xfrm>
          <a:prstGeom prst="rect">
            <a:avLst/>
          </a:prstGeom>
          <a:solidFill>
            <a:srgbClr val="E0F2F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456432"/>
            <a:ext cx="4343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{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  "site_id": 3,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  "query": "What's the best dry food for a puppy with a sensitive stomach?"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261872"/>
            <a:ext cx="5230368" cy="5074920"/>
          </a:xfrm>
          <a:prstGeom prst="roundRect">
            <a:avLst/>
          </a:prstGeom>
          <a:solidFill>
            <a:srgbClr val="FFFFFF"/>
          </a:solidFill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ot-H-swagger-open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25880"/>
            <a:ext cx="5102352" cy="288036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3" name="TextBox SwaggerCTA"/>
          <p:cNvSpPr txBox="1"/>
          <p:nvPr/>
        </p:nvSpPr>
        <p:spPr>
          <a:xfrm>
            <a:off x="713232" y="4709160"/>
            <a:ext cx="4617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Live proof: /docs — Try it out with the mandatory brief query above</a:t>
            </a:r>
          </a:p>
        </p:txBody>
      </p:sp>
      <p:sp>
        <p:nvSpPr>
          <p:cNvPr id="24" name="Panel AsyncEvidenceV2"/>
          <p:cNvSpPr/>
          <p:nvPr/>
        </p:nvSpPr>
        <p:spPr>
          <a:xfrm>
            <a:off x="6053328" y="4315968"/>
            <a:ext cx="5102352" cy="1874519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AsyncEvidenceV2"/>
          <p:cNvSpPr txBox="1"/>
          <p:nvPr/>
        </p:nvSpPr>
        <p:spPr>
          <a:xfrm>
            <a:off x="6163056" y="4407408"/>
            <a:ext cx="489204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00" b="1">
                <a:solidFill>
                  <a:srgbClr val="16A34A"/>
                </a:solidFill>
                <a:latin typeface="Arial"/>
              </a:defRPr>
            </a:pPr>
            <a:r>
              <a:t>Async evidence (source) — B1 PASS</a:t>
            </a:r>
          </a:p>
          <a:p>
            <a:pPr>
              <a:defRPr sz="1000">
                <a:solidFill>
                  <a:srgbClr val="E2E8F0"/>
                </a:solidFill>
                <a:latin typeface="Consolas"/>
              </a:defRPr>
            </a:pPr>
            <a:r>
              <a:t>@router.post("/chat")</a:t>
            </a:r>
            <a:br/>
            <a:r>
              <a:t>async def chat(body: ChatRequest):</a:t>
            </a:r>
            <a:br/>
            <a:r>
              <a:t>    return await handle_chat(body)</a:t>
            </a:r>
            <a:br/>
            <a:br/>
            <a:r>
              <a:t># B1  tests/acceptance/test_coding_task_brief.py</a:t>
            </a:r>
            <a:br/>
            <a:r>
              <a:t>assert inspect.iscoroutinefunction(chat)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Response &amp;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FR2 (§2 response) + FR3 (§3 catalog-only RAG)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FR2·FR3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FR2 = Structured response: answer + retrieved_products[]</a:t>
            </a:r>
            <a:br/>
            <a:r>
              <a:t>  answer must be conversational and grounded in hits</a:t>
            </a:r>
            <a:br/>
            <a:r>
              <a:t>  each product: article_id, names, price, pet_type, brands</a:t>
            </a:r>
            <a:br/>
            <a:r>
              <a:t>FR3 = Knowledge ONLY from product_catalog_dataset.json</a:t>
            </a:r>
            <a:br/>
            <a:r>
              <a:t>  ingest → Chroma → hybrid retrieve → synthesize · no web/APIs</a:t>
            </a:r>
            <a:br/>
            <a:r>
              <a:t>  300 variants · shops 1/3/15 · default 4 picks · up to 20 if asked</a:t>
            </a:r>
            <a:br/>
            <a:r>
              <a:t>  answer must be conversational and grounded in hits</a:t>
            </a:r>
            <a:br/>
            <a:r>
              <a:t>  each product: article_id, names, price, pet_type, brands</a:t>
            </a:r>
            <a:br/>
            <a:r>
              <a:t>FR3 = Knowledge ONLY from product_catalog_dataset.json</a:t>
            </a:r>
            <a:br/>
            <a:r>
              <a:t>  ingest → Chroma → hybrid retrieve → synthesize · no web/APIs</a:t>
            </a:r>
            <a:br/>
            <a:r>
              <a:t>  300 variants · shops 1/3/15 · default 4 picks · up to 20 if asked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answer must be conversational and grounded in hits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each product: article_id, names, price, pet_type, brands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FR3 = Knowledge ONLY from product_catalog_dataset.json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ingest → Chroma → hybrid retrieve → synthesize · no web/APIs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300 variants · shops 1/3/15 · max 4 SKUs per turn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4-rag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25880"/>
            <a:ext cx="5102352" cy="269748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21" name="Panel FR24Code"/>
          <p:cNvSpPr/>
          <p:nvPr/>
        </p:nvSpPr>
        <p:spPr>
          <a:xfrm>
            <a:off x="6053328" y="4160520"/>
            <a:ext cx="5102352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FR24Code"/>
          <p:cNvSpPr txBox="1"/>
          <p:nvPr/>
        </p:nvSpPr>
        <p:spPr>
          <a:xfrm>
            <a:off x="6163056" y="4251960"/>
            <a:ext cx="4882896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00" b="1">
                <a:solidFill>
                  <a:srgbClr val="16A34A"/>
                </a:solidFill>
                <a:latin typeface="Arial"/>
              </a:defRPr>
            </a:pPr>
            <a:r>
              <a:t>FR2 + FR3 evidence (source)</a:t>
            </a: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# models/chat.py — FR2 response contract</a:t>
            </a: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class ChatResponse(BaseModel):</a:t>
            </a: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answer: str</a:t>
            </a: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retrieved_products: list[RetrievedProduct]</a:t>
            </a: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# lanes/process.py — FR3 catalog-only RAG</a:t>
            </a: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cap = resolve_recommendation_count(query)</a:t>
            </a: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hits = search_catalog(query, site_id, n_results=pool_n)</a:t>
            </a: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products = [_to_retrieved_product(h) for h in hits][:cap]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Why hybrid retrieval?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Chroma vectors + BM25 lexical + business rerank — not vector-only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RAG · Hybrid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1417320"/>
            <a:ext cx="51206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Problem we saw in the catalog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Vector search alone misses exact tokens (brands, SKUs, “grain-free”).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Pure keyword search misses intent (“puppy sensitive stomach”).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Why this hybrid design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Chroma: semantic candidates from embedded product text (local, no API key).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BM25 on the same candidate pool: lexical match without a second DB.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Fuse 50% vector + 35% BM25 + 15% rating/sales/stock.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PoC trade-off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Zero extra infra vs hosted vector DB; A/B via ZOOPLUS_RETRIEVAL_MODE=vector.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1417320"/>
            <a:ext cx="53949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Query path (hybrid default)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1. Hard filter site_id in Chroma metadata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2. Pull candidates — pool scales with price band / requested count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3. Score BM25 + business signals on candidate pool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4. Rerank → default 4 picks; shopper can ask up to 20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Stream delivery (v2.1.6)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product_batch NDJSON — UI reveals product cards in chunks of 4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A/B vector-only: ZOOPLUS_RETRIEVAL_MODE=vector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RAG strategy — end to 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Ingest → retrieve → ground → synthesize (catalog-only, site-scoped)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FR3 · 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1417320"/>
            <a:ext cx="5120640" cy="342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Ingest (offline)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Source JSON → data/raw (300 variants) · strip HTML.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Chroma per article_id · routing_lexicon.json at ingest.</a:t>
            </a:r>
          </a:p>
          <a:p>
            <a:pPr>
              <a:spcAft>
                <a:spcPts val="6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Online path (catalog lane)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probe_instant_lane: phrase index + playbook → social | catalog.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Hybrid retrieve → EUR price filter → resolve count from query.</a:t>
            </a:r>
          </a:p>
          <a:p>
            <a:pPr>
              <a:spcAft>
                <a:spcPts val="6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NDJSON stream (/chat/stream)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typing → chunk* → product_batch* → done (+ meta).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Social/help: no catalog progress; dedupe final vs live chunks.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1417320"/>
            <a:ext cx="5394960" cy="342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Grounding &amp; answer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retrieved_products[] from same site_id hits only.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Off-topic → empty list + polite decline (FR4).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Synthesis: per-agent OpenCode LLM — never invent SKUs.</a:t>
            </a:r>
          </a:p>
          <a:p>
            <a:pPr>
              <a:spcAft>
                <a:spcPts val="6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v2.1.6 — playbook + smart limits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4 picks default · shopper can ask for more (e.g. 10 options, cap 20).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product_batch stream — cards arrive in chunks of 4 in the UI.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social_phrases.yaml index + playbook auto-learn (help/greeting).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Dynamic species inference (iguana, capibara…) — not a fixed list.</a:t>
            </a:r>
          </a:p>
        </p:txBody>
      </p:sp>
      <p:sp>
        <p:nvSpPr>
          <p:cNvPr id="18" name="Panel FR3RagCode"/>
          <p:cNvSpPr/>
          <p:nvPr/>
        </p:nvSpPr>
        <p:spPr>
          <a:xfrm>
            <a:off x="5989320" y="4617720"/>
            <a:ext cx="5394960" cy="1417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FR3RagCode"/>
          <p:cNvSpPr txBox="1"/>
          <p:nvPr/>
        </p:nvSpPr>
        <p:spPr>
          <a:xfrm>
            <a:off x="6099048" y="4709160"/>
            <a:ext cx="517550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00" b="1">
                <a:solidFill>
                  <a:srgbClr val="16A34A"/>
                </a:solidFill>
                <a:latin typeface="Arial"/>
              </a:defRPr>
            </a:pPr>
            <a:r>
              <a:t>FR3 — hybrid RAG + ingest (source)</a:t>
            </a: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# rag/hybrid.py — site_id filter + fusion</a:t>
            </a: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hits = chroma_query(index_dir(), query, site_id, n_results=pool)</a:t>
            </a: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hit['hybrid_score'] = fuse_hybrid_scores(vec, bm25, business)</a:t>
            </a: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return hits[:n_results]</a:t>
            </a: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# Source of truth: product_catalog_dataset.json only</a:t>
            </a: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python -m cli ingest  →  artifacts/index/chroma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Agentic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v2.1.6 · phrase-index probe · fast intent · product_batch stream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1297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Invisible conductor (releases v2.0+)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Internal MD playbook — conductor maintains silently.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Social turn → one bubble; help asks never hit catalog progress.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Catalog turn → ack from query (species, price, lang, count).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Dedupe: no re-greeting / no repeated scope in final answer.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Stream + fast intent (v2.1.3+)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Policy + intent-agent first; conductor opt-in (lower latency).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Parallel social/catalog · ZOOPLUS_STREAM_MODE=conductor.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9846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3-intent-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07592"/>
            <a:ext cx="5577840" cy="383333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Agents — who responds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OpenCode specialists: role, output, and cascade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0383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OpenCode specialists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zooplus-conductor → playbook + stream orchestration (invisible).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social-agent → shopper voice; mid-session help without re-intro.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intent / topic-guard → scope filter.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rag + logic + synthesis → grounded catalog answer.</a:t>
            </a:r>
          </a:p>
          <a:p>
            <a:pPr>
              <a:spcAft>
                <a:spcPts val="4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Phrase index + language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~90 curated social phrases (ES/EN/DE/FR) — fast in-memory match.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Agent mirrors shopper language; playbook learns novel phrases.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6188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5-agents-inte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Guardrails +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FR4 — Functional Requirement 4: Pet-only scope (Coding Task §4)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126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FR4 guardrails + live demo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Pet catalog only · default-deny off-topic.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Demo — v2.1.6 smart loop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A: can you help me → social help, no catalog progress.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B: and what about iguanas → scope reply, no duplicate greeting intro.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C: give me 10 dog food options → up to 10 cards in batches.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http://127.0.0.1:8090/ui/ — shop Spain (15).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hot-G-guardrails-multila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25880"/>
            <a:ext cx="5102352" cy="397763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21" name="Panel FR4Code"/>
          <p:cNvSpPr/>
          <p:nvPr/>
        </p:nvSpPr>
        <p:spPr>
          <a:xfrm>
            <a:off x="6025896" y="5349240"/>
            <a:ext cx="5102352" cy="1417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FR4Code"/>
          <p:cNvSpPr txBox="1"/>
          <p:nvPr/>
        </p:nvSpPr>
        <p:spPr>
          <a:xfrm>
            <a:off x="6135624" y="5440680"/>
            <a:ext cx="488289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00" b="1">
                <a:solidFill>
                  <a:srgbClr val="16A34A"/>
                </a:solidFill>
                <a:latin typeface="Arial"/>
              </a:defRPr>
            </a:pPr>
            <a:r>
              <a:t>FR4 — topic_check + constraints (source)</a:t>
            </a: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# guardian/engine.py — FR4 default-deny</a:t>
            </a: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def topic_check(query, site_id=3) -&gt; TopicDecision:</a:t>
            </a: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if OFF_TOPIC_PATTERN.search(query):</a:t>
            </a: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    return TopicDecision(decision='DECLINE', ...)</a:t>
            </a: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# constraints.yaml</a:t>
            </a: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topic_guard_mode: default_deny</a:t>
            </a: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decline_intents: [weather, non_pet_products, ...]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Production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FR5 — Functional Requirement 5: Production design (Coding Task §5)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5412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FR5 = Production-oriented PoC: cli/ · src/ · tests/ · Docker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README submission: Design · Setup · Trade-offs · Roadmap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OpenCode agents internal — not in shopper API contract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Verify: scripts/run_release_verify.ps1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10-project-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25880"/>
            <a:ext cx="5102352" cy="269748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21" name="Panel FR5Code"/>
          <p:cNvSpPr/>
          <p:nvPr/>
        </p:nvSpPr>
        <p:spPr>
          <a:xfrm>
            <a:off x="6181344" y="4160520"/>
            <a:ext cx="5102352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FR5Code"/>
          <p:cNvSpPr txBox="1"/>
          <p:nvPr/>
        </p:nvSpPr>
        <p:spPr>
          <a:xfrm>
            <a:off x="6291072" y="4251960"/>
            <a:ext cx="4882896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00" b="1">
                <a:solidFill>
                  <a:srgbClr val="16A34A"/>
                </a:solidFill>
                <a:latin typeface="Arial"/>
              </a:defRPr>
            </a:pPr>
            <a:r>
              <a:t>FR5 — Docker + repo layout (source)</a:t>
            </a: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# docker-compose.yml — production-like stack</a:t>
            </a: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services:</a:t>
            </a: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zooplus-api:</a:t>
            </a: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build: .</a:t>
            </a: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ports: ['8080:8080']</a:t>
            </a: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# Repo layout (FR5)</a:t>
            </a: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cli/  src/  tests/  docs/  scripts/</a:t>
            </a:r>
          </a:p>
          <a:p>
            <a:pPr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scripts/run_release_verify.ps1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trust &amp;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1 · P0 — security and better filters (items 2–3)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583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Why first: FR4 guardrails must survive prompt injection and policy drift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Constraints v2: versioned YAML + injection scanner + security CI gate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Intent facets: pet_type, price band, category in JSON → deterministic RAG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Fixes real gaps (e.g. wrong species in results) before more traffic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Detail: docs/FUTURE_IMPROVEMENTS.md §2–§3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6-quality-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887211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scale &amp; fresh catalog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2 · P1 — operations (items 8–9–4–5)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Why: stale vectors = wrong prices; single node cannot serve many users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RAG re-ingest: scheduled catalog sync → blue/green vector index swap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Concurrency: stateless API replicas · queue for process lane · rate limits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LLM: HTTP provider in workers (OpenCode stays for local dev/demo)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MCP server for external agents · ACP bus for internal agent choreography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7-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361526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product channels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3 · P2–P3 — after core is stable (items 7–1–6)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Later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669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Image search: user photo → vision embedding → catalog-only RAG (no web)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Promo slots on /chat/stream while long RAG runs (feature-flagged ads)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Voice: STT/TTS wrapper — same POST /chat contract, new UI channel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Priority order: 2→3→8→9→4→5→7→1→6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Q&amp;A — full doc: docs/FUTURE_IMPROVEMENTS.md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7161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1-contai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Release progress — v0.1.0 → v2.1.6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Same five FRs · smarter social routing, flexible picks, chunked UX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Progress · releases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releases v2.1.6 · progress since v0.1.0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3492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Foundation — v0.1.0 → v1.0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v0.1.0 — Coding Task PoC: FR1–5, hybrid RAG, FR4 guardrails.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v0.1.3 — Conductor-first routing; /chat/stream; per-agent OpenCode.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v1.0 — Stable tag: catalog lexicon at ingest, cache, multilingual.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Shopper experience — v1.4 → v2.1.6 (now)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 — Playbook MD; social/catalog probe; agent-multilingual.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v2.1.3 — Fast intent-first stream; conductor intent opt-in.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v2.1.4–5 — Species inference; help/greeting detect + dedupe.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v2.1.6 — Dynamic count (4→20); phrase index; product_batch UI.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