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FastAPI +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4892040" cy="5074920"/>
          </a:xfrm>
          <a:prstGeom prst="rect">
            <a:avLst/>
          </a:prstGeom>
          <a:solidFill>
            <a:srgbClr val="F8FAF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389888"/>
            <a:ext cx="4617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FR1 — Async FastAPI · POST /chat { site_id, query }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async def chat() → await handle_chat()  (routes/chat.py)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Orchestrator async; Chroma/intent via asyncio.to_thread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Deploy: uvicorn ASGI  ·  Test B1: iscoroutinefunction(chat)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310128"/>
            <a:ext cx="4617720" cy="1234440"/>
          </a:xfrm>
          <a:prstGeom prst="rect">
            <a:avLst/>
          </a:prstGeom>
          <a:solidFill>
            <a:srgbClr val="E0F2F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456432"/>
            <a:ext cx="4343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"site_id": 3,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61872"/>
            <a:ext cx="5230368" cy="5074920"/>
          </a:xfrm>
          <a:prstGeom prst="roundRect">
            <a:avLst/>
          </a:prstGeom>
          <a:solidFill>
            <a:srgbClr val="FFFFFF"/>
          </a:solidFill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880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SwaggerCTA"/>
          <p:cNvSpPr txBox="1"/>
          <p:nvPr/>
        </p:nvSpPr>
        <p:spPr>
          <a:xfrm>
            <a:off x="713232" y="4709160"/>
            <a:ext cx="4617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Live proof: /docs — Try it out with the mandatory brief query above</a:t>
            </a:r>
          </a:p>
        </p:txBody>
      </p:sp>
      <p:sp>
        <p:nvSpPr>
          <p:cNvPr id="24" name="Panel AsyncEvidenceV2"/>
          <p:cNvSpPr/>
          <p:nvPr/>
        </p:nvSpPr>
        <p:spPr>
          <a:xfrm>
            <a:off x="6053328" y="4315968"/>
            <a:ext cx="5102352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AsyncEvidenceV2"/>
          <p:cNvSpPr txBox="1"/>
          <p:nvPr/>
        </p:nvSpPr>
        <p:spPr>
          <a:xfrm>
            <a:off x="6163056" y="4407408"/>
            <a:ext cx="4892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Async evidence (source) — B1 PASS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@router.post("/chat")</a:t>
            </a:r>
            <a:br/>
            <a:r>
              <a:t>async def chat(body: ChatRequest):</a:t>
            </a:r>
            <a:br/>
            <a:r>
              <a:t>    return await handle_chat(body)</a:t>
            </a:r>
            <a:br/>
            <a:br/>
            <a:r>
              <a:t># B1  tests/acceptance/test_coding_task_brief.py</a:t>
            </a:r>
            <a:br/>
            <a:r>
              <a:t>assert inspect.iscoroutinefunction(chat)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≥24 vector candidates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on candidate documents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top 4 for API + UI cards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When vector-only is enough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Short brand lookups or regression tests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Hybrid wins on natural-language shopper queries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Ingest (offline)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Source of truth: instructions JSON → data/raw (300 variants).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Strip HTML, one Chroma doc per article_id row.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Metadata: site_id, pet_type, price, stock, ingredients flag.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CLI: python -m cli ingest → artifacts/index/chroma</a:t>
            </a:r>
          </a:p>
          <a:p>
            <a:pPr>
              <a:spcAft>
                <a:spcPts val="6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Online retrieval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Topic guard ALLOW → process lane search_catalog().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Optional price-band filter parsed from query (EUR range).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Max 4 recommendations (constraints.yaml).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retrieved_products[] always from same site_id hits.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Synthesis: OpenCode agents or template — never invent SKUs.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Stream: /chat/stream emits topic → products → answer chunks.</a:t>
            </a:r>
          </a:p>
          <a:p>
            <a:pPr>
              <a:spcAft>
                <a:spcPts val="600"/>
              </a:spcAft>
              <a:defRPr sz="16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Swap Chroma for managed vector DB; keep hybrid fusion logic.</a:t>
            </a:r>
          </a:p>
          <a:p>
            <a:pPr>
              <a:spcAft>
                <a:spcPts val="600"/>
              </a:spcAft>
              <a:defRPr sz="1600" b="0">
                <a:solidFill>
                  <a:srgbClr val="334155"/>
                </a:solidFill>
                <a:latin typeface="Arial"/>
              </a:defRPr>
            </a:pPr>
            <a:r>
              <a:t>• Scheduled re-ingest when catalog JSON changes (roadmap P1).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How each request is routed — one shopper API, dual 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4983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Not an FR number — how we deliver agentic RAG (evaluation focus)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Shopper always sees ONE assistant; POST /chat contract unchanged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Orchestrator (src/lanes/orchestrator.py) on every turn: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1) Intent agent → lane: catalog | conversational | decline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2a) Social lane → social agent → answer, products=[]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2b) Process lane → RAG + logic (≤4) → synthesis → answer + products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4892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Runtime: OpenCode subprocesses (.opencode/agents/*.md)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zooplus-intent-agent → lane + topic + reason (JSON); blocks off-topic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zooplus-social-agent → greeting, help, decline; never invents catalog SKUs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zooplus-rag-worker → retrieval by site_id · logic-worker → rank, cap 4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zooplus-synthesis → prose grounded ONLY in retrieved hits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zooplus-conductor → cascade fallback (src/agents/registry.py)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Handoff brief: intent context → social / synthesis (handoff.py)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66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FR4 = Guardrails: pet-product questions only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Off-topic → polite decline · retrieved_products=[]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Policy: constraints.yaml + intent default-deny + social agent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Demo: hello · cats · site 15 · humans · puppy docx query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