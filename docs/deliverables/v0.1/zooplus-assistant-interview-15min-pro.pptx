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2. Pull ≥24 vector candidates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3. Score BM25 on candidate documents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4. Rerank → top 4 for API + UI cards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When vector-only is enough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Short brand lookups or regression tests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Hybrid wins on natural-language shopper queries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 — conductor playbook (internal)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conductor_playbook.md — species, templates, forbidden phrases.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Fast lane probe: social vs catalog — no rigid catalog ack on hola.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Auto-learn: conductor appends repeats to playbook (shopper never sees).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lane: instant contextual ack + parallel RAG (shopper language).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Conductor-first · catalog lexicon · stream status — fast multilingual UX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natural bubble (social-agent only).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protocol ack from query (species, price, lang).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Anti-repeat + dedupe final answer vs live chunks.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agentic core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Intent before Chroma · catalog lexicon from ingest.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ZOOPLUS_STREAM_MODE=conductor (timed = v1.4 fallback).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greetings ≠ catalog templates.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Per-agent LLMs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Reply language: agent mirrors shopper (query · headers · shop).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No fixed locale list — OpenCode agents handle any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hola que tal → ONE social reply (no catalog chunk).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hamsters/tortugas/perros 50€ → scoped ack + progress + products.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any-language greeting — agent replies in kind.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stronger agentic orchestration and live shopper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v1.4 — Live loop: timed chunks, parallel catalog, typing pace.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v2.0 — Invisible conductor; brief-driven ticks; anti-repeat scope.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 vs catalog probe; agent-multilingual.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