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70" r:id="rId22"/>
    <p:sldId id="271" r:id="rId23"/>
    <p:sldId id="272" r:id="rId24"/>
    <p:sldId id="264" r:id="rId16"/>
    <p:sldId id="265" r:id="rId17"/>
    <p:sldId id="266" r:id="rId18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7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/>
            </a:pPr>
            <a:r>
              <a:t>Verified live: cache-hit speedup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Response time (seconds)</c:v>
                </c:pt>
              </c:strCache>
            </c:strRef>
          </c:tx>
          <c:spPr>
            <a:solidFill>
              <a:srgbClr val="60A5FA"/>
            </a:solidFill>
          </c:spPr>
          <c:cat>
            <c:strRef>
              <c:f>Sheet1!$A$2:$A$3</c:f>
              <c:strCache>
                <c:ptCount val="2"/>
                <c:pt idx="0">
                  <c:v>Cache miss
(cold, real OpenCode call)</c:v>
                </c:pt>
                <c:pt idx="1">
                  <c:v>Cache hit
(repeat query)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19.2</c:v>
                </c:pt>
                <c:pt idx="1">
                  <c:v>0.02</c:v>
                </c:pt>
              </c:numCache>
            </c:numRef>
          </c:val>
        </c:ser>
        <c:dLbls>
          <c:numFmt formatCode="0.00&quot;s&quot;" sourceLinked="0"/>
          <c:txPr>
            <a:bodyPr/>
            <a:lstStyle/>
            <a:p>
              <a:pPr>
                <a:defRPr sz="1200" b="1">
                  <a:solidFill>
                    <a:srgbClr val="0A2540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000"/>
                </a:pPr>
                <a:r>
                  <a:t>Seconds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v2.1.6 — playbook + smart limits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4 picks default · shopper can ask for more (e.g. 10 opciones, cap 20).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product_batch stream — cards arrive in chunks of 4 in the UI.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social_phrases.yaml index + playbook auto-learn (help/greeting).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Dynamic species inference (iguana, capibara…) — not a fixed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bubble; help asks never hit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ack from query (species, price, lang, count).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Dedupe: no re-greeting / no repeated scope in final answer.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fast intent (v2.1.3+)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Policy + intent-agent first; conductor opt-in (lower latency).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Parallel social/catalog · ZOOPLUS_STREAM_MODE=conductor.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mid-session help without re-intro.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Phrase index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~90 curated social phrases (ES/EN/DE/FR) — fast in-memory match.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Agent mirrors shopper language; playbook learns novel phrases.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v2.1.6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me puedes ayudar → social help, no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y para iguanas → scope reply, no duplicate Hola intro.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dame 10 opciones perros → up to 10 cards in batches.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0 done · Phase 1 P0 — LangGraph foundation, then security (items 0,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rPr sz="2000" b="1">
                <a:solidFill>
                  <a:srgbClr val="0A2540"/>
                </a:solidFill>
                <a:latin typeface="Arial"/>
              </a:rPr>
              <a:t>Phase 0 — DONE: LangGraph state-graph foundation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feature/lg-catalog-probe-intent — faithful redesign, audited live (see previous slides)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A2540"/>
                </a:solidFill>
                <a:latin typeface="Arial"/>
              </a:rPr>
              <a:t>Why first: FR4 guardrails must survive prompt injection and policy drift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Constraints v2: versioned YAML + injection scanner + security CI gate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Intent facets: pet_type, price band, category in JSON → deterministic RAG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Fixes real gaps (e.g. wrong species in results) before more traffic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0F172A"/>
                </a:solidFill>
                <a:latin typeface="Arial"/>
              </a:rP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0→2→3→8→9→4→5→7→1→6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1/3 — explicit graph vs Python branches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agentic core, new explicit state graph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416052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A2540"/>
                </a:solidFill>
                <a:latin typeface="Arial"/>
              </a:defRPr>
            </a:pPr>
            <a:r>
              <a:t>The problem this explores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Legacy: one async function with nested if/elif per lane —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  retry/fallback chains hidden inside helper functions.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Hard to unit-test one decision in isolation (e.g. "what happens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  on an intent timeout?") without exercising the whole function.</a:t>
            </a:r>
          </a:p>
          <a:p>
            <a:pPr>
              <a:spcAft>
                <a:spcPts val="600"/>
              </a:spcAft>
              <a:defRPr sz="1200" b="1">
                <a:solidFill>
                  <a:srgbClr val="0A2540"/>
                </a:solidFill>
                <a:latin typeface="Arial"/>
              </a:defRPr>
            </a:pPr>
            <a:r>
              <a:t>Same agentic core, explicit shape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Every node calls THIS repo's own functions verbatim — zero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  re-implemented logic, nothing invented.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4 typed routing functions, independently unit-tested.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All 7 nodes async — graph.ainvoke(), not graph.invoke().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417320"/>
            <a:ext cx="1188720" cy="292608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1965960"/>
            <a:ext cx="2468880" cy="384048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cache_check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1920240"/>
            <a:ext cx="1417320" cy="45720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END</a:t>
            </a:r>
            <a:br/>
            <a:r>
              <a:t>(cached answer)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2697480"/>
            <a:ext cx="2468880" cy="384048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classify_intent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9240" y="3429000"/>
            <a:ext cx="1737360" cy="384048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social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3429000"/>
            <a:ext cx="1737360" cy="384048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prefetch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4069080"/>
            <a:ext cx="2011680" cy="384048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process_lane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4800600"/>
            <a:ext cx="2468880" cy="384048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cache_store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5486400"/>
            <a:ext cx="1188720" cy="27432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END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7863840" y="1709928"/>
            <a:ext cx="548640" cy="25603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098280" y="2148840"/>
            <a:ext cx="731520" cy="9144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961119" y="2034540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hit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63840" y="2350008"/>
            <a:ext cx="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60919" y="240487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miss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6217920" y="3081528"/>
            <a:ext cx="109728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63640" y="313639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social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3920" y="3081528"/>
            <a:ext cx="54864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75320" y="313639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catalog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052560" y="3813048"/>
            <a:ext cx="137160" cy="25603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217920" y="3813048"/>
            <a:ext cx="1005840" cy="98755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778240" y="4453128"/>
            <a:ext cx="41148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863840" y="5184648"/>
            <a:ext cx="320039" cy="30175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349240" y="5806440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50407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cache</a:t>
            </a:r>
          </a:p>
        </p:txBody>
      </p:sp>
      <p:sp>
        <p:nvSpPr>
          <p:cNvPr id="42" name="Oval 41"/>
          <p:cNvSpPr/>
          <p:nvPr/>
        </p:nvSpPr>
        <p:spPr>
          <a:xfrm>
            <a:off x="6537960" y="580644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9128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intent</a:t>
            </a:r>
          </a:p>
        </p:txBody>
      </p:sp>
      <p:sp>
        <p:nvSpPr>
          <p:cNvPr id="44" name="Oval 43"/>
          <p:cNvSpPr/>
          <p:nvPr/>
        </p:nvSpPr>
        <p:spPr>
          <a:xfrm>
            <a:off x="7680960" y="5806440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2128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social</a:t>
            </a:r>
          </a:p>
        </p:txBody>
      </p:sp>
      <p:sp>
        <p:nvSpPr>
          <p:cNvPr id="46" name="Oval 45"/>
          <p:cNvSpPr/>
          <p:nvPr/>
        </p:nvSpPr>
        <p:spPr>
          <a:xfrm>
            <a:off x="8778240" y="5806440"/>
            <a:ext cx="146304" cy="14630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79408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catalog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2/3 — every node, what it calls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Every node is a verbatim call into this repo's own functions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371600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rag_node + synthesis_node deleted — process_lane replaces both with one call into the existing ACP dispatch.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49808" y="1874519"/>
          <a:ext cx="106070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Node</a:t>
                      </a:r>
                    </a:p>
                  </a:txBody>
                  <a:tcPr anchor="ctr" marL="101600" marR="101600" marT="50800" marB="50800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Calls (verbatim)</a:t>
                      </a:r>
                    </a:p>
                  </a:txBody>
                  <a:tcPr anchor="ctr" marL="101600" marR="101600" marT="50800" marB="50800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Purpose</a:t>
                      </a:r>
                    </a:p>
                  </a:txBody>
                  <a:tcPr anchor="ctr" marL="101600" marR="101600" marT="50800" marB="50800">
                    <a:solidFill>
                      <a:srgbClr val="0A2540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cache_check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chat_cache.get(key)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Same singleton + key format as the legacy orchestrator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classify_intent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orchestrator._classify_intent_bounded()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Same 22s timeout, same _fallback_intent_decision() on timeout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prefetch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resolve_recommendation_count + price_band + search_catalog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Catalog hits fetched once — orchestrator.py step 3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social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social_agent.social_reply()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Unchanged behaviour, only made async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process_lane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dispatch_process(run_process_lane, timeout=&lt;constraints.yaml&gt;)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Real nested 40s outer / 18s inner timeout — replaces rag_node + synthesis_node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cache_store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chat_cache.set(key, response)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Same singleton as the legacy orchestrator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3/3 — audit findings &amp; verified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What a faithful audit found, and how it was 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1783080"/>
            <a:ext cx="507492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9536" y="1892807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1856231"/>
            <a:ext cx="4343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A2540"/>
                </a:solidFill>
                <a:latin typeface="Arial"/>
              </a:defRPr>
            </a:pPr>
            <a:r>
              <a:t>preferred_model silently ignored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148840"/>
            <a:ext cx="4343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Arial"/>
              </a:defRPr>
            </a:pPr>
            <a:r>
              <a:t>UI's model override stored in state but no node read it. Fixed via ContextVar set for the whole graph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127248"/>
            <a:ext cx="507492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9536" y="32369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200400"/>
            <a:ext cx="4343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A2540"/>
                </a:solidFill>
                <a:latin typeface="Arial"/>
              </a:defRPr>
            </a:pPr>
            <a:r>
              <a:t>No chat-level cache existed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493008"/>
            <a:ext cx="4343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Arial"/>
              </a:defRPr>
            </a:pPr>
            <a:r>
              <a:t>cache_check_node / cache_store_node now share the legacy orchestrator's own chat_cache singleton.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4471416"/>
            <a:ext cx="507492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9536" y="45811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544568"/>
            <a:ext cx="4343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A2540"/>
                </a:solidFill>
                <a:latin typeface="Arial"/>
              </a:defRPr>
            </a:pPr>
            <a:r>
              <a:t>Catalog path bypassed dispatch_process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37176"/>
            <a:ext cx="4343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Arial"/>
              </a:defRPr>
            </a:pPr>
            <a:r>
              <a:t>Single 18s timeout, no outer-timeout cancellation. process_lane_node now calls the real ACP dispatch.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263640" y="1783080"/>
          <a:ext cx="50749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63640" y="5138928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60A5FA"/>
                </a:solidFill>
                <a:latin typeface="Arial"/>
              </a:defRPr>
            </a:pPr>
            <a:r>
              <a:t>~960x faster — same answer, identical bytes.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5623560"/>
            <a:ext cx="1600200" cy="566928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179/180</a:t>
            </a:r>
          </a:p>
          <a:p>
            <a:pPr algn="ctr">
              <a:defRPr sz="900">
                <a:solidFill>
                  <a:srgbClr val="BFDBFE"/>
                </a:solidFill>
              </a:defRPr>
            </a:pPr>
            <a:r>
              <a:t>unit tests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01000" y="5623560"/>
            <a:ext cx="1600200" cy="566928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206/206</a:t>
            </a:r>
          </a:p>
          <a:p>
            <a:pPr algn="ctr">
              <a:defRPr sz="900">
                <a:solidFill>
                  <a:srgbClr val="BFDBFE"/>
                </a:solidFill>
              </a:defRPr>
            </a:pPr>
            <a:r>
              <a:t>acceptance tests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38359" y="5623560"/>
            <a:ext cx="1600200" cy="566928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33/33</a:t>
            </a:r>
          </a:p>
          <a:p>
            <a:pPr algn="ctr">
              <a:defRPr sz="900">
                <a:solidFill>
                  <a:srgbClr val="BFDBFE"/>
                </a:solidFill>
              </a:defRPr>
            </a:pPr>
            <a:r>
              <a:t>integration tests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080760"/>
            <a:ext cx="5074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Branch: feature/lg-catalog-probe-intent — standalone, not merged into dev/main/releases.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Release progress — v0.1.0 → v2.1.6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five FRs · smarter social routing, flexible picks, chunked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Progress ·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releases v2.1.6 · progress since 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Foundation — v0.1.0 → v1.0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v0.1.0 — Coding Task PoC: FR1–5, hybrid RAG, FR4 guardrails.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v0.1.3 — Conductor-first routing; /chat/stream; per-agent OpenCode.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v1.0 — Stable tag: catalog lexicon at ingest, cache, multilingual.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Shopper experience — v1.4 → v2.1.6 (now)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 — Playbook MD; social/catalog probe; agent-multilingual.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v2.1.3 — Fast intent-first stream; conductor intent opt-in.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v2.1.4–5 — Species inference; help/saludo detect + dedupe.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v2.1.6 — Dynamic count (4→20); phrase index; product_batch 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