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Async FastAPI (Coding Task §1) · evidence in code + test 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FR1 = Functional Requirement 1 (Coding Task §1)</a:t>
            </a:r>
          </a:p>
          <a:p>
            <a:pPr>
              <a:spcAft>
                <a:spcPts val="4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Async Python FastAPI · POST /chat { site_id, query }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4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Async evidence (B1)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Endpoint: async def chat() → await handle_chat()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  src/api/routes/chat.py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Pipeline: handle_chat / process lane are async coroutines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Blocking I/O (Chroma, intent) → asyncio.to_thread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Runtime: uvicorn ASGI (Dockerfile CMD)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Test: test_app_is_async_fastapi — inspect.iscoroutinefunction(chat)</a:t>
            </a:r>
          </a:p>
          <a:p>
            <a:pPr>
              <a:spcAft>
                <a:spcPts val="400"/>
              </a:spcAft>
              <a:defRPr sz="1500" b="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4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Live: Swagger /docs — Try it out + mandatory brief 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364992"/>
            <a:ext cx="5394960" cy="1234440"/>
          </a:xfrm>
          <a:prstGeom prst="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474720"/>
            <a:ext cx="5138928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  "site_id": 3,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307592"/>
            <a:ext cx="5577840" cy="552206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Panel AsyncEvidence"/>
          <p:cNvSpPr/>
          <p:nvPr/>
        </p:nvSpPr>
        <p:spPr>
          <a:xfrm>
            <a:off x="6080760" y="4892040"/>
            <a:ext cx="507492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AsyncEvidence"/>
          <p:cNvSpPr txBox="1"/>
          <p:nvPr/>
        </p:nvSpPr>
        <p:spPr>
          <a:xfrm>
            <a:off x="6199632" y="4983480"/>
            <a:ext cx="48463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Async evidence (source)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@router.post("/chat", response_model=ChatResponse)</a:t>
            </a:r>
            <a:br/>
            <a:r>
              <a:t>async def chat(body: ChatRequest) -&gt; ChatResponse:</a:t>
            </a:r>
            <a:br/>
            <a:r>
              <a:t>    return await handle_chat(body)</a:t>
            </a:r>
            <a:br/>
            <a:br/>
            <a:r>
              <a:t># tests/acceptance/test_coding_task_brief.py</a:t>
            </a:r>
            <a:br/>
            <a:r>
              <a:t>assert inspect.iscoroutinefunction(chat)  # B1 ✅</a:t>
            </a:r>
          </a:p>
        </p:txBody>
      </p:sp>
      <p:sp>
        <p:nvSpPr>
          <p:cNvPr id="25" name="TextBox B1Badge"/>
          <p:cNvSpPr txBox="1"/>
          <p:nvPr/>
        </p:nvSpPr>
        <p:spPr>
          <a:xfrm>
            <a:off x="6199632" y="4681728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B1 test_app_is_async_fastapi 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Ingest (offline)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Source of truth: instructions JSON → data/raw (300 variants).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Strip HTML, one Chroma doc per article_id row.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Metadata: site_id, pet_type, price, stock, ingredients flag.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CLI: python -m cli ingest → artifacts/index/chroma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Online retrieval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Topic guard ALLOW → process lane search_catalog().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Optional price-band filter parsed from query (EUR range).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Max 4 recommendations (constraints.yaml).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retrieved_products[] always from same site_id hits.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Synthesis: OpenCode agents or template — never invent SKUs.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Stream: /chat/stream emits topic → products → answer chunks.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Swap Chroma for managed vector DB; keep hybrid fusion logic.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Scheduled re-ingest when catalog JSON changes (roadmap P1).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How each request is routed — one shopper API, dual 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983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Not an FR number — how we deliver agentic RAG (evaluation focus)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Shopper always sees ONE assistant; POST /chat contract unchanged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Orchestrator (src/lanes/orchestrator.py) on every turn: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1) Intent agent → lane: catalog | conversational | decline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2a) Social lane → social agent → answer, products=[]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2b) Process lane → RAG + logic (≤4) → synthesis → answer + 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Runtime: OpenCode subprocesses (.opencode/agents/*.md)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zooplus-intent-agent → lane + topic + reason (JSON); blocks off-topic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zooplus-social-agent → greeting, help, decline; never invents catalog SKUs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zooplus-rag-worker → retrieval by site_id · logic-worker → rank, cap 4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zooplus-synthesis → prose grounded ONLY in retrieved hits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zooplus-conductor → cascade fallback (src/agents/registry.py)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Handoff brief: intent context → social / synthesis (handoff.py)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FR4 = Guardrails: pet-product questions only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Off-topic → polite decline · retrieved_products=[]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Policy: constraints.yaml + intent default-deny + social agent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Demo: hello · cats · site 15 · humans · puppy docx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